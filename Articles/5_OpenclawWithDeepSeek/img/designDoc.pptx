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7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08BA0-8F16-88E0-2E5B-C1A720168F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54DEEB-518E-C218-8E14-CF79935CA7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8B62F-E10C-3CC0-F861-69101702F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12/3/2026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9E1F32-4FD6-E9DB-FC07-1BA0693D7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365E86-BF1A-04EA-1CDC-DFAFEE043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12112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70531-D566-3824-6BFF-78CA0E6C2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34429-BB31-F92B-9539-03450A8EEF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9B731-57C0-93D4-644D-7B87BB74E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12/3/2026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C6B58-D835-5826-7EC5-C92C2C38E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044441-7AE0-0580-93D0-CD280CB8B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15854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40A98-CE39-9354-8C7A-0283B2D67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91D00-0752-AAB5-E481-6DB818EF6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F2B6E8-E327-0FE6-5C6C-2E3013BC3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12/3/2026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28DF2-3DF1-D5E4-BAB6-8ED3C1129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73536-7FA7-0790-1DAF-8D0C8CFC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95798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4C701-8BCC-13EF-12B1-8EE9F843C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A26CC-6771-2C04-623D-FF8275AFB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96524A-D538-C513-CD7A-71A01BEAEC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F965AA-2633-178B-1D63-94CCB2C9C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12/3/2026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913EF8-864D-D238-DD7C-EC0B8B5B4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2512C6-DD37-9EFD-5DCE-400D0B429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64354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38EBF-B6ED-1326-29F3-714E4B3DF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EEC36E-9822-7716-FE04-9EC4B8A90C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F83A5-7D74-7340-29EB-ED003AB401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1B8349-5D28-3546-84FA-6C068BB84E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6D3B8-2464-85AC-0675-86A1E80BA0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A47EE2-8408-2A81-247B-A24343580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12/3/2026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84CDCE-8AA2-7CF7-055A-4FB61B4F7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617549-E5D0-526A-3086-4978BC19B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3641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1A8B6-A0CE-CC8D-81E3-499DDFF69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A9C1F7-3848-88DB-A729-F324B779A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12/3/2026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85D8-BB6D-6D51-4A07-0B16916BA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DBC845-D90F-699A-D8E5-8B64A0883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11439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5EAF3F-09B9-52F6-51A8-C1BFE4AF6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12/3/2026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123FA9-1CE2-29E7-2850-1AD7A99BA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315F4-F53B-334B-68E7-209CE1558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86603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347DA-8F01-4C49-D723-FE90A33BE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89E3B-9065-352E-D6AC-B74F34C9DF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E818A4-0534-AD17-FB14-7C90C6863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3E7331-8DC0-41EC-92AA-E47711AA8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12/3/2026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B231CE-F5EE-6847-9ACD-8BD552422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9B5A33-AE4E-8C87-61A7-2E142592A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04711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EAC6B-404F-9D0C-D94A-6A5EF98BA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3BF28E-576C-0D3A-C213-924A9A1019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F31C0-FBD9-6EA5-2FD1-0713555A05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855708-3ADC-A59D-BBC3-2E4B852AA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12/3/2026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7B5C08-1290-429C-0BDC-C69C6D1B8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FF60A-F2FC-4429-9D57-CD4541A80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45139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557BF-2A3F-A030-795C-BFA21ADA9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764D48-99BB-5B22-9CFC-66651B47A7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D9F8A-80C3-E8A4-9347-14CB6755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12/3/2026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BDECA-5107-37E5-12C3-3E5E5B606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9BE29B-B1BA-C4A7-985A-E03C32B8E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005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5520B5-5063-EAD5-BB99-693CC7A740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9DB8B8-B48C-9F1D-1A52-B125907F0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9FC0C-C4A7-AAC8-D47F-AE5301171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12/3/2026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64F831-549E-1FA8-A002-D45C377EE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9A023-EE64-2A86-9B58-A680E6D7E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55753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6BB336-A523-9F56-0739-A62EC4FE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9E9077-7051-AAA6-2FF0-FADBDB1C5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043FF-1604-8B72-CA6E-BB04BE18E6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EA1B8F-E5B4-4E7F-AEC3-929E37D0EBCF}" type="datetimeFigureOut">
              <a:rPr lang="en-SG" smtClean="0"/>
              <a:t>12/3/2026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E5566A-A51C-4ACC-D921-5B55E9261B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66F121-09D0-FB4C-1DA4-ED1CB0B0D8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89160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1750109-3B91-4506-B997-0CD8E35A14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A42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72D8D1B-59F6-4FF3-8547-9BBB6129F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1331" y="480060"/>
            <a:ext cx="3442553" cy="278807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D7F6081-8FCA-36BF-0032-38C654414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98" y="643467"/>
            <a:ext cx="2713044" cy="2475653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C444748-5A8D-4B53-89FE-42B455DFA2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5618" y="487090"/>
            <a:ext cx="3588171" cy="278104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DD7E66-C278-71EA-2EBE-EC0007859A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2905" y="650497"/>
            <a:ext cx="2990445" cy="2468623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4044C96-7CFD-44DB-A579-D77B0D37C6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35998" y="487090"/>
            <a:ext cx="3588174" cy="278104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3AB3CA5-6F9C-D493-4EFD-B3402D60C7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3518" y="969930"/>
            <a:ext cx="3252903" cy="1829757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8FC8C21F-9484-4A71-ABFA-6C10682FAC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1331" y="3603670"/>
            <a:ext cx="3442553" cy="278807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74822EF-6717-E34F-E369-A48418C08B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984" y="3748194"/>
            <a:ext cx="2548073" cy="2471631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F4FFA271-A10A-4AC3-8F06-E3313A197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9502" y="3603670"/>
            <a:ext cx="3601167" cy="278807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9FE375-3674-4B26-B67B-30AFAF78C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5618" y="3610700"/>
            <a:ext cx="3588171" cy="278104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D6FFE86-491F-FF74-7C35-5C36034787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5433" y="4395912"/>
            <a:ext cx="3217333" cy="124671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683AE05-7F87-B72E-7F80-B914A5DA9C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3518" y="4300349"/>
            <a:ext cx="3252903" cy="137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916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B9D1-6D2B-1698-1D5D-99058DC65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B365960-D5C5-3372-63D5-44D9FC059B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895" y="986745"/>
            <a:ext cx="3152052" cy="2602030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E6BAED-7A4E-C724-6FD1-B506CDF8AA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895" y="3895587"/>
            <a:ext cx="3152052" cy="17730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F565178-93A8-B7D3-FB55-07A882CE2C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0489" y="986746"/>
            <a:ext cx="3281524" cy="299784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08153F-0F82-4C75-692B-88B009B10E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0489" y="3984595"/>
            <a:ext cx="4264750" cy="164782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AF735D0-1DF0-B92E-6A3E-E21FFE5919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4238" y="986745"/>
            <a:ext cx="3094149" cy="299784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5F4903E-B29D-7367-C514-240E30B371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289" y="4449957"/>
            <a:ext cx="2430607" cy="1029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645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3</cp:revision>
  <dcterms:created xsi:type="dcterms:W3CDTF">2026-03-12T08:34:50Z</dcterms:created>
  <dcterms:modified xsi:type="dcterms:W3CDTF">2026-03-12T09:24:13Z</dcterms:modified>
</cp:coreProperties>
</file>