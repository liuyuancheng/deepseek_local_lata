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9FE5A-5F70-4454-B22A-C3BE1F14E802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AB465-7A71-4EEE-A199-B63E4B3DD0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486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04CD-F5BE-AE7F-6DCF-A85D8AF31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96FD9-48A0-2A3D-D663-68145E86B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3D94D-57EC-29DF-083B-4C08888DB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6673E-26CB-4168-9B75-EBAA68850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3BBB4-C4FE-47A6-B9D4-00C7D602B05D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7036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7D4E-C133-F370-8308-D52A86580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B80DA-0A3B-9A3C-0B3F-4C40B5133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7CA2D-C3B0-B5E8-687D-4DA32A86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95B5C-7690-9392-212B-2B238B51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A6FC-BF94-A459-21DF-2ACD20F0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694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6F0D-9CD9-61D4-4D3F-ABAD90FE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2598C-3020-BF50-97C2-73ECE094F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C6F1A-ECE0-3FFD-9EED-15E8ADEE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AD138-03E3-2CDC-C1B5-6A9D0DF7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05C2-DC1F-7559-618D-1B2135DB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69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013E-CF5D-72BE-9A0F-A91DA81AF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CED0-2600-D178-5148-392D8066D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1A7F1-36C5-63FB-8324-7676FDFF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134A9-4B57-E524-281A-B3ACEBCE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1721-98CB-8FA2-7169-B74A3902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05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96AF-F1C9-9A66-0862-32094A0A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D4F1-E9F8-7A78-6252-91F47AE4F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F9F83-5907-066A-E4E9-016732C2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72489-1C85-EE3B-D297-47FA60E1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DD9F1-5E5D-79C0-2FE4-8A13E944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2695A-F9D6-E90B-9968-0B6C5464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2738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515-CB3C-1C45-F4D7-D7532FD1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2EE05-015D-A7A2-4CA7-A268EE472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0F364-CB4F-50E9-F441-A14DBC365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AAE00-0B35-1683-0515-4359378EA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3661E-8D78-679D-6BF9-60295AA75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9032D-34D6-424F-DE57-870D1247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8FE0D-94A5-ECB6-9E8D-6685B7B3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ED858-6FF5-C290-7333-8E791448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593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D8AD-9719-4302-5DB0-9EDBBE05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DDBCA-1ACE-D3D7-402D-A9FB7D0C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BBD5B-3D40-9133-7CBE-10C62275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A64F2-B5BF-B44B-7943-8BFF15CF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021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31390-073F-F83A-527E-7A1F9DDB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5D390-9899-39A2-8004-FFEA5241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879C2-01B2-4203-B7DD-A33EA982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188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4122-EC0B-D345-5EB6-20121AA7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44DCF-9668-E5DA-44D7-2B4561705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16F4D-0E9C-ED2B-B353-6FF5EB7EA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156B1-EA44-D5D6-856C-4BA87A1A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49172-BB3B-6368-1108-1E13B5D6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2F251-058F-DD6F-7B2F-CB3602D8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838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2D60-70CE-ADBE-677F-D97E42F5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FED31-B286-2C85-32AC-DF0A07ACC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FE32A-6C13-603A-65E7-AC382CF4E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E9F99-6871-5FCA-FABD-9CE588B6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496EC-8AE7-E9D6-4298-4D92C6FF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5ECCE-06C8-4972-3322-E74265F7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60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AE45-D6F0-1221-5F26-DADCEDCC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ABD2C-1CAB-49ED-BBAF-E1DCE3B73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9177D-9398-6019-ED28-3E34C50A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41300-75A0-7FCF-847A-796ABD9E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8384-1FAD-6A31-3E0B-59EC5138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2089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CBD55-7184-55AC-41E4-3FB45998C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6C36A-CD5A-A371-EBF3-DFF06D85D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45A94-E6C5-6CD2-10DD-D11AF97C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F24F-5DE2-9542-8853-7F665D04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4323F-C804-9175-A9C9-EAC13B95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694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8082B-932E-08B5-0692-FA902292C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8747E-7195-4961-5F4E-4E1F86E95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FE5B0-01C2-340A-45E9-E94EE9EF0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4DCC5-65F7-4432-8909-A3264DBF995F}" type="datetimeFigureOut">
              <a:rPr lang="en-SG" smtClean="0"/>
              <a:t>17/7/2026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41DF3-B959-4D07-FDD9-2934E2D26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A1A97-74B8-F641-442B-B2EAAE044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9D80E-D16C-440C-B94D-237EC54310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652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AFB0-D136-9C42-367E-32E383A34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88">
            <a:extLst>
              <a:ext uri="{FF2B5EF4-FFF2-40B4-BE49-F238E27FC236}">
                <a16:creationId xmlns:a16="http://schemas.microsoft.com/office/drawing/2014/main" id="{A8BA0D4A-A5C7-6D33-64E4-54BA72548935}"/>
              </a:ext>
            </a:extLst>
          </p:cNvPr>
          <p:cNvSpPr/>
          <p:nvPr/>
        </p:nvSpPr>
        <p:spPr>
          <a:xfrm>
            <a:off x="530352" y="338328"/>
            <a:ext cx="11210544" cy="6217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F6108DD-3FD9-A9D1-F336-B816ABFCE470}"/>
              </a:ext>
            </a:extLst>
          </p:cNvPr>
          <p:cNvCxnSpPr>
            <a:cxnSpLocks/>
          </p:cNvCxnSpPr>
          <p:nvPr/>
        </p:nvCxnSpPr>
        <p:spPr>
          <a:xfrm flipH="1" flipV="1">
            <a:off x="1790067" y="5358188"/>
            <a:ext cx="21839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3233B3A-227F-9C9D-6E96-09FB146134A2}"/>
              </a:ext>
            </a:extLst>
          </p:cNvPr>
          <p:cNvCxnSpPr>
            <a:cxnSpLocks/>
          </p:cNvCxnSpPr>
          <p:nvPr/>
        </p:nvCxnSpPr>
        <p:spPr>
          <a:xfrm flipH="1" flipV="1">
            <a:off x="2273953" y="3612140"/>
            <a:ext cx="1532968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088813-8631-319D-6254-B181F681BF21}"/>
              </a:ext>
            </a:extLst>
          </p:cNvPr>
          <p:cNvCxnSpPr>
            <a:cxnSpLocks/>
          </p:cNvCxnSpPr>
          <p:nvPr/>
        </p:nvCxnSpPr>
        <p:spPr>
          <a:xfrm flipH="1" flipV="1">
            <a:off x="2251264" y="3186430"/>
            <a:ext cx="1555657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F03E8147-3BE0-220B-3444-5E757F1A54B9}"/>
              </a:ext>
            </a:extLst>
          </p:cNvPr>
          <p:cNvSpPr/>
          <p:nvPr/>
        </p:nvSpPr>
        <p:spPr>
          <a:xfrm>
            <a:off x="779647" y="1469671"/>
            <a:ext cx="6547856" cy="454401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A73FC-D291-A17F-13B4-1D4897D34D5F}"/>
              </a:ext>
            </a:extLst>
          </p:cNvPr>
          <p:cNvSpPr/>
          <p:nvPr/>
        </p:nvSpPr>
        <p:spPr>
          <a:xfrm>
            <a:off x="962322" y="2051178"/>
            <a:ext cx="2589727" cy="20085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E5D3FB8-103A-6097-DAE0-E51BC2E86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071" y="3301815"/>
            <a:ext cx="890533" cy="7512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F97F865-09D6-0C19-7BA4-E36B60A788F9}"/>
              </a:ext>
            </a:extLst>
          </p:cNvPr>
          <p:cNvSpPr/>
          <p:nvPr/>
        </p:nvSpPr>
        <p:spPr>
          <a:xfrm>
            <a:off x="4773770" y="4675019"/>
            <a:ext cx="2118768" cy="1242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FF71989-D230-6671-91DB-F31B5B121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618" y="5023754"/>
            <a:ext cx="1332727" cy="61695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E8A96E2-D765-2637-98A8-302E080CD617}"/>
              </a:ext>
            </a:extLst>
          </p:cNvPr>
          <p:cNvSpPr txBox="1"/>
          <p:nvPr/>
        </p:nvSpPr>
        <p:spPr>
          <a:xfrm>
            <a:off x="4773770" y="5625236"/>
            <a:ext cx="16014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 err="1"/>
              <a:t>OpenClaw</a:t>
            </a:r>
            <a:r>
              <a:rPr lang="en-SG" sz="1200" b="1" dirty="0"/>
              <a:t> Agent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6AFD3E-6734-A971-DEDB-5E9A8B3533ED}"/>
              </a:ext>
            </a:extLst>
          </p:cNvPr>
          <p:cNvSpPr/>
          <p:nvPr/>
        </p:nvSpPr>
        <p:spPr>
          <a:xfrm>
            <a:off x="7053085" y="3759516"/>
            <a:ext cx="1193778" cy="7465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9D8A6B3-2666-385A-770A-709C209B0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186" y="3924219"/>
            <a:ext cx="368410" cy="36132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21E2381-7BDD-6C72-5C2A-A79A0C021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26" y="3912940"/>
            <a:ext cx="368410" cy="36132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747CADA-3DE1-A178-CBCF-1C854EB266DB}"/>
              </a:ext>
            </a:extLst>
          </p:cNvPr>
          <p:cNvSpPr txBox="1"/>
          <p:nvPr/>
        </p:nvSpPr>
        <p:spPr>
          <a:xfrm>
            <a:off x="6908807" y="3255932"/>
            <a:ext cx="1619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Gateway or Jump host or firewall</a:t>
            </a:r>
          </a:p>
        </p:txBody>
      </p:sp>
      <p:pic>
        <p:nvPicPr>
          <p:cNvPr id="68" name="Graphic 67" descr="Server with solid fill">
            <a:extLst>
              <a:ext uri="{FF2B5EF4-FFF2-40B4-BE49-F238E27FC236}">
                <a16:creationId xmlns:a16="http://schemas.microsoft.com/office/drawing/2014/main" id="{C95E7E4E-3CBD-739A-DAD4-DD60DB608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7629" y="3883633"/>
            <a:ext cx="538098" cy="538098"/>
          </a:xfrm>
          <a:prstGeom prst="rect">
            <a:avLst/>
          </a:prstGeom>
        </p:spPr>
      </p:pic>
      <p:pic>
        <p:nvPicPr>
          <p:cNvPr id="84" name="Graphic 83" descr="Server with solid fill">
            <a:extLst>
              <a:ext uri="{FF2B5EF4-FFF2-40B4-BE49-F238E27FC236}">
                <a16:creationId xmlns:a16="http://schemas.microsoft.com/office/drawing/2014/main" id="{ECE733A4-21EA-1D58-D862-B3853419E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3053" y="5341597"/>
            <a:ext cx="538098" cy="538098"/>
          </a:xfrm>
          <a:prstGeom prst="rect">
            <a:avLst/>
          </a:prstGeom>
        </p:spPr>
      </p:pic>
      <p:sp>
        <p:nvSpPr>
          <p:cNvPr id="87" name="Cloud 86">
            <a:extLst>
              <a:ext uri="{FF2B5EF4-FFF2-40B4-BE49-F238E27FC236}">
                <a16:creationId xmlns:a16="http://schemas.microsoft.com/office/drawing/2014/main" id="{2EDA8AAC-285D-EE91-ADE4-90E88BEF607B}"/>
              </a:ext>
            </a:extLst>
          </p:cNvPr>
          <p:cNvSpPr/>
          <p:nvPr/>
        </p:nvSpPr>
        <p:spPr>
          <a:xfrm>
            <a:off x="8744554" y="3637388"/>
            <a:ext cx="1414914" cy="91242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/>
              <a:t>Internet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A80E07-5071-1335-77BC-617A538306DA}"/>
              </a:ext>
            </a:extLst>
          </p:cNvPr>
          <p:cNvCxnSpPr>
            <a:cxnSpLocks/>
            <a:stCxn id="60" idx="3"/>
            <a:endCxn id="87" idx="2"/>
          </p:cNvCxnSpPr>
          <p:nvPr/>
        </p:nvCxnSpPr>
        <p:spPr>
          <a:xfrm flipV="1">
            <a:off x="8459036" y="4093602"/>
            <a:ext cx="28990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Graphic 93" descr="Laptop with solid fill">
            <a:extLst>
              <a:ext uri="{FF2B5EF4-FFF2-40B4-BE49-F238E27FC236}">
                <a16:creationId xmlns:a16="http://schemas.microsoft.com/office/drawing/2014/main" id="{C96F39BD-C3C9-A290-64D3-D2950CBC0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1606" y="1906873"/>
            <a:ext cx="1435131" cy="143513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14597AD-588F-8692-23B8-59FA9E6C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845" y="2345272"/>
            <a:ext cx="734007" cy="339791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CE502BE6-A545-D516-A6C6-1CF01F5F4100}"/>
              </a:ext>
            </a:extLst>
          </p:cNvPr>
          <p:cNvSpPr txBox="1"/>
          <p:nvPr/>
        </p:nvSpPr>
        <p:spPr>
          <a:xfrm>
            <a:off x="7396477" y="1724295"/>
            <a:ext cx="237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External Green Team’s working Laptop with OpenClaw 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DED6E3C1-0336-EE8D-C309-70B30D3A9C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706" y="5157818"/>
            <a:ext cx="538869" cy="737558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6BEC16E-4CD4-A239-E071-527C9C7D35F3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9093140" y="4532446"/>
            <a:ext cx="1" cy="625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0214270-3016-7121-EFEC-A0CA42D30C00}"/>
              </a:ext>
            </a:extLst>
          </p:cNvPr>
          <p:cNvSpPr txBox="1"/>
          <p:nvPr/>
        </p:nvSpPr>
        <p:spPr>
          <a:xfrm>
            <a:off x="8341620" y="5977215"/>
            <a:ext cx="3399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Green Team Mobile App such as WhatsApp, Telegram, WeChat or Discord.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B8963BE-B0E3-602B-FB27-642D50549A0B}"/>
              </a:ext>
            </a:extLst>
          </p:cNvPr>
          <p:cNvSpPr txBox="1"/>
          <p:nvPr/>
        </p:nvSpPr>
        <p:spPr>
          <a:xfrm>
            <a:off x="745694" y="1540136"/>
            <a:ext cx="4321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Cyber Exercise Environment Infra Network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D5479A9-934A-2D78-CB37-E79E203F0BA7}"/>
              </a:ext>
            </a:extLst>
          </p:cNvPr>
          <p:cNvCxnSpPr>
            <a:cxnSpLocks/>
          </p:cNvCxnSpPr>
          <p:nvPr/>
        </p:nvCxnSpPr>
        <p:spPr>
          <a:xfrm>
            <a:off x="8869172" y="3109162"/>
            <a:ext cx="0" cy="64147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609CE49-EDA0-C9A8-EAB8-80B4B64D4117}"/>
              </a:ext>
            </a:extLst>
          </p:cNvPr>
          <p:cNvCxnSpPr>
            <a:cxnSpLocks/>
          </p:cNvCxnSpPr>
          <p:nvPr/>
        </p:nvCxnSpPr>
        <p:spPr>
          <a:xfrm flipH="1">
            <a:off x="8433138" y="3975113"/>
            <a:ext cx="257478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EC2FB36-3E5A-58AC-28EE-0C46505EEDBB}"/>
              </a:ext>
            </a:extLst>
          </p:cNvPr>
          <p:cNvCxnSpPr>
            <a:cxnSpLocks/>
          </p:cNvCxnSpPr>
          <p:nvPr/>
        </p:nvCxnSpPr>
        <p:spPr>
          <a:xfrm flipV="1">
            <a:off x="5299463" y="4059733"/>
            <a:ext cx="0" cy="96402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33FA6A3A-58FE-2C27-A2DD-5F1592D10719}"/>
              </a:ext>
            </a:extLst>
          </p:cNvPr>
          <p:cNvCxnSpPr>
            <a:cxnSpLocks/>
          </p:cNvCxnSpPr>
          <p:nvPr/>
        </p:nvCxnSpPr>
        <p:spPr>
          <a:xfrm flipH="1">
            <a:off x="3219004" y="5115244"/>
            <a:ext cx="1554766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B96D30-06B5-E99B-A8C0-A8EC424613D7}"/>
              </a:ext>
            </a:extLst>
          </p:cNvPr>
          <p:cNvSpPr txBox="1"/>
          <p:nvPr/>
        </p:nvSpPr>
        <p:spPr>
          <a:xfrm>
            <a:off x="779646" y="551795"/>
            <a:ext cx="7466562" cy="707886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Use AI-Agent [ Open-Claw ] to auto Deploy and Configure the Cluster User Activities Emulator System for Cyber Exercises</a:t>
            </a:r>
            <a:endParaRPr lang="en-SG" sz="2000" b="1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BBDE53-88D0-3E6F-F9A7-94448318BCA2}"/>
              </a:ext>
            </a:extLst>
          </p:cNvPr>
          <p:cNvCxnSpPr>
            <a:cxnSpLocks/>
          </p:cNvCxnSpPr>
          <p:nvPr/>
        </p:nvCxnSpPr>
        <p:spPr>
          <a:xfrm>
            <a:off x="9089723" y="3086104"/>
            <a:ext cx="1" cy="625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B4CD888-CACF-2F77-C016-77AA401079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885" y="4746566"/>
            <a:ext cx="2049779" cy="10371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A8DD870-F2C8-6F87-0A31-7B7DD47540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082" y="1965965"/>
            <a:ext cx="1871199" cy="11945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12D083-C284-0005-CB14-E1C11E1504AB}"/>
              </a:ext>
            </a:extLst>
          </p:cNvPr>
          <p:cNvCxnSpPr/>
          <p:nvPr/>
        </p:nvCxnSpPr>
        <p:spPr>
          <a:xfrm flipH="1">
            <a:off x="9243901" y="2515167"/>
            <a:ext cx="30767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FA20A761-4628-6B62-A5C9-04B9FF445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34310" y="3577811"/>
            <a:ext cx="683583" cy="68358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4306B0-B4FD-CC35-ECA9-4B95BEDE327D}"/>
              </a:ext>
            </a:extLst>
          </p:cNvPr>
          <p:cNvCxnSpPr/>
          <p:nvPr/>
        </p:nvCxnSpPr>
        <p:spPr>
          <a:xfrm flipH="1">
            <a:off x="9144338" y="5484878"/>
            <a:ext cx="30767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D85B8DA-4F78-8F23-3677-35A7982E8C5D}"/>
              </a:ext>
            </a:extLst>
          </p:cNvPr>
          <p:cNvSpPr txBox="1"/>
          <p:nvPr/>
        </p:nvSpPr>
        <p:spPr>
          <a:xfrm>
            <a:off x="9547132" y="3178410"/>
            <a:ext cx="1498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Web Dashboard UI</a:t>
            </a:r>
            <a:endParaRPr lang="en-SG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C080F2-2D30-D843-E6A0-893C96B88B17}"/>
              </a:ext>
            </a:extLst>
          </p:cNvPr>
          <p:cNvSpPr txBox="1"/>
          <p:nvPr/>
        </p:nvSpPr>
        <p:spPr>
          <a:xfrm>
            <a:off x="10716020" y="4411316"/>
            <a:ext cx="1392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Telegram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A3970A-6044-5008-5A26-3ACEAC7286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96" y="2798220"/>
            <a:ext cx="1171694" cy="10517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C76D6B-4FBD-EB13-2E6D-D749735DEF2D}"/>
              </a:ext>
            </a:extLst>
          </p:cNvPr>
          <p:cNvSpPr txBox="1"/>
          <p:nvPr/>
        </p:nvSpPr>
        <p:spPr>
          <a:xfrm>
            <a:off x="950986" y="2061795"/>
            <a:ext cx="2433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VM/Machine Pre-setup CUE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B5D813-8B1E-25A1-AE0B-50E6E34E33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02979" y="2767047"/>
            <a:ext cx="506958" cy="5404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8A2AC7B-04FB-760E-DB4C-4A65E1646D10}"/>
              </a:ext>
            </a:extLst>
          </p:cNvPr>
          <p:cNvSpPr txBox="1"/>
          <p:nvPr/>
        </p:nvSpPr>
        <p:spPr>
          <a:xfrm>
            <a:off x="1011651" y="2516383"/>
            <a:ext cx="1121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CUE Agent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6D4A56-1B0B-5F91-DC84-960CB11216CE}"/>
              </a:ext>
            </a:extLst>
          </p:cNvPr>
          <p:cNvSpPr txBox="1"/>
          <p:nvPr/>
        </p:nvSpPr>
        <p:spPr>
          <a:xfrm>
            <a:off x="2409941" y="2400136"/>
            <a:ext cx="13067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b="1" dirty="0"/>
              <a:t>Action Schedule Playbook File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5E2C5EF-C3FD-3EBE-65A9-9008A22D79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7890" y="3307504"/>
            <a:ext cx="506959" cy="57580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F70DB37-3C68-8D30-6120-A92F6FC5C65A}"/>
              </a:ext>
            </a:extLst>
          </p:cNvPr>
          <p:cNvSpPr txBox="1"/>
          <p:nvPr/>
        </p:nvSpPr>
        <p:spPr>
          <a:xfrm>
            <a:off x="2386993" y="3821855"/>
            <a:ext cx="117253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b="1" dirty="0"/>
              <a:t>CUE Config File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1150326-2CE4-1EA7-B167-DE63A75C6436}"/>
              </a:ext>
            </a:extLst>
          </p:cNvPr>
          <p:cNvSpPr/>
          <p:nvPr/>
        </p:nvSpPr>
        <p:spPr>
          <a:xfrm>
            <a:off x="933112" y="4352955"/>
            <a:ext cx="2650026" cy="12570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A37593-5721-85C2-FB1C-84DABBB55229}"/>
              </a:ext>
            </a:extLst>
          </p:cNvPr>
          <p:cNvSpPr txBox="1"/>
          <p:nvPr/>
        </p:nvSpPr>
        <p:spPr>
          <a:xfrm>
            <a:off x="1014014" y="4359379"/>
            <a:ext cx="2433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Empty VM/Machine </a:t>
            </a:r>
          </a:p>
        </p:txBody>
      </p:sp>
      <p:sp>
        <p:nvSpPr>
          <p:cNvPr id="77" name="Cylinder 76">
            <a:extLst>
              <a:ext uri="{FF2B5EF4-FFF2-40B4-BE49-F238E27FC236}">
                <a16:creationId xmlns:a16="http://schemas.microsoft.com/office/drawing/2014/main" id="{8BAA699F-BFF2-53D9-56D0-2A18F3DCF0AE}"/>
              </a:ext>
            </a:extLst>
          </p:cNvPr>
          <p:cNvSpPr/>
          <p:nvPr/>
        </p:nvSpPr>
        <p:spPr>
          <a:xfrm>
            <a:off x="1235853" y="4977086"/>
            <a:ext cx="545519" cy="50224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900" dirty="0"/>
              <a:t>Local Disk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CC38E460-B637-10AA-0AC7-DA625A853593}"/>
              </a:ext>
            </a:extLst>
          </p:cNvPr>
          <p:cNvCxnSpPr>
            <a:cxnSpLocks/>
            <a:stCxn id="169" idx="2"/>
          </p:cNvCxnSpPr>
          <p:nvPr/>
        </p:nvCxnSpPr>
        <p:spPr>
          <a:xfrm rot="5400000" flipH="1">
            <a:off x="4614289" y="2335874"/>
            <a:ext cx="563473" cy="6261575"/>
          </a:xfrm>
          <a:prstGeom prst="bentConnector4">
            <a:avLst>
              <a:gd name="adj1" fmla="val -90876"/>
              <a:gd name="adj2" fmla="val 728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D68842F0-61B5-8E5C-3BF8-89AB8AA482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259" y="4836305"/>
            <a:ext cx="716353" cy="643026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BEFB345-2091-17D9-EED7-F96B6BB3FA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60207" y="5030467"/>
            <a:ext cx="448257" cy="477877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E329E1F9-3684-1B97-4922-946075506AB0}"/>
              </a:ext>
            </a:extLst>
          </p:cNvPr>
          <p:cNvSpPr txBox="1"/>
          <p:nvPr/>
        </p:nvSpPr>
        <p:spPr>
          <a:xfrm>
            <a:off x="2020375" y="4629740"/>
            <a:ext cx="14423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b="1" dirty="0"/>
              <a:t>CUE Program Code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1BBC437-BF5F-0BC9-1096-BC4C28FE5093}"/>
              </a:ext>
            </a:extLst>
          </p:cNvPr>
          <p:cNvCxnSpPr>
            <a:stCxn id="38" idx="2"/>
          </p:cNvCxnSpPr>
          <p:nvPr/>
        </p:nvCxnSpPr>
        <p:spPr>
          <a:xfrm flipH="1">
            <a:off x="5491337" y="4053046"/>
            <a:ext cx="1" cy="7036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29F86930-4129-010A-3AF8-C4276AC868F6}"/>
              </a:ext>
            </a:extLst>
          </p:cNvPr>
          <p:cNvCxnSpPr>
            <a:stCxn id="38" idx="1"/>
            <a:endCxn id="63" idx="3"/>
          </p:cNvCxnSpPr>
          <p:nvPr/>
        </p:nvCxnSpPr>
        <p:spPr>
          <a:xfrm rot="10800000" flipV="1">
            <a:off x="3583139" y="3677430"/>
            <a:ext cx="1462933" cy="1304069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D34112E1-2BBC-0407-23A8-B15A180A4AC9}"/>
              </a:ext>
            </a:extLst>
          </p:cNvPr>
          <p:cNvCxnSpPr>
            <a:cxnSpLocks/>
            <a:stCxn id="38" idx="1"/>
            <a:endCxn id="5" idx="3"/>
          </p:cNvCxnSpPr>
          <p:nvPr/>
        </p:nvCxnSpPr>
        <p:spPr>
          <a:xfrm rot="10800000">
            <a:off x="3552049" y="3055457"/>
            <a:ext cx="1494022" cy="621975"/>
          </a:xfrm>
          <a:prstGeom prst="bentConnector3">
            <a:avLst>
              <a:gd name="adj1" fmla="val 4816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4" name="Picture 113">
            <a:extLst>
              <a:ext uri="{FF2B5EF4-FFF2-40B4-BE49-F238E27FC236}">
                <a16:creationId xmlns:a16="http://schemas.microsoft.com/office/drawing/2014/main" id="{BA3DC98B-452E-0E24-36CE-2D5A30DE0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659" y="4488397"/>
            <a:ext cx="331558" cy="3251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80DA5FE8-C9EA-D063-FF1D-3A214196248A}"/>
              </a:ext>
            </a:extLst>
          </p:cNvPr>
          <p:cNvSpPr txBox="1"/>
          <p:nvPr/>
        </p:nvSpPr>
        <p:spPr>
          <a:xfrm>
            <a:off x="4733106" y="4729008"/>
            <a:ext cx="2234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Local Agent Node (GPU)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2D10729-2FDF-B537-5A24-19211F2D7AF6}"/>
              </a:ext>
            </a:extLst>
          </p:cNvPr>
          <p:cNvCxnSpPr>
            <a:cxnSpLocks/>
          </p:cNvCxnSpPr>
          <p:nvPr/>
        </p:nvCxnSpPr>
        <p:spPr>
          <a:xfrm flipH="1" flipV="1">
            <a:off x="3816698" y="3433088"/>
            <a:ext cx="1207780" cy="535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85761A6-0BE3-0FC8-E4DB-79811CF36D36}"/>
              </a:ext>
            </a:extLst>
          </p:cNvPr>
          <p:cNvCxnSpPr/>
          <p:nvPr/>
        </p:nvCxnSpPr>
        <p:spPr>
          <a:xfrm>
            <a:off x="3806921" y="3194302"/>
            <a:ext cx="0" cy="408976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5" name="Picture 134">
            <a:extLst>
              <a:ext uri="{FF2B5EF4-FFF2-40B4-BE49-F238E27FC236}">
                <a16:creationId xmlns:a16="http://schemas.microsoft.com/office/drawing/2014/main" id="{19534433-1779-5CC6-61C0-9B58B0C8F9B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63865" y="5264037"/>
            <a:ext cx="672093" cy="6008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21B185A4-DFFB-72FB-BC24-FDC171EEDA73}"/>
              </a:ext>
            </a:extLst>
          </p:cNvPr>
          <p:cNvSpPr txBox="1"/>
          <p:nvPr/>
        </p:nvSpPr>
        <p:spPr>
          <a:xfrm>
            <a:off x="833221" y="5662802"/>
            <a:ext cx="23210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Blue Team Cluster</a:t>
            </a: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E7E811B9-6226-8FCB-2D7D-6508FEDAF4B8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rot="10800000">
            <a:off x="5936604" y="3677432"/>
            <a:ext cx="921582" cy="4274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5" name="Picture 154">
            <a:extLst>
              <a:ext uri="{FF2B5EF4-FFF2-40B4-BE49-F238E27FC236}">
                <a16:creationId xmlns:a16="http://schemas.microsoft.com/office/drawing/2014/main" id="{63D08263-075E-05C2-0F6A-123C9C39A59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38654" y="2162109"/>
            <a:ext cx="1939381" cy="91797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57" name="Rectangle 156">
            <a:extLst>
              <a:ext uri="{FF2B5EF4-FFF2-40B4-BE49-F238E27FC236}">
                <a16:creationId xmlns:a16="http://schemas.microsoft.com/office/drawing/2014/main" id="{522CB8DA-1FCF-CB13-6F04-53AF3B81B79E}"/>
              </a:ext>
            </a:extLst>
          </p:cNvPr>
          <p:cNvSpPr/>
          <p:nvPr/>
        </p:nvSpPr>
        <p:spPr>
          <a:xfrm>
            <a:off x="4800183" y="1794175"/>
            <a:ext cx="2299441" cy="13738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EAE44F1-8F23-77C8-8385-A58069ABD5AF}"/>
              </a:ext>
            </a:extLst>
          </p:cNvPr>
          <p:cNvSpPr txBox="1"/>
          <p:nvPr/>
        </p:nvSpPr>
        <p:spPr>
          <a:xfrm>
            <a:off x="4766743" y="1812077"/>
            <a:ext cx="24598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CUE Monitor Hub VM/Node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22048E0-C4C6-5ACB-15D6-22E454F90942}"/>
              </a:ext>
            </a:extLst>
          </p:cNvPr>
          <p:cNvCxnSpPr>
            <a:cxnSpLocks/>
          </p:cNvCxnSpPr>
          <p:nvPr/>
        </p:nvCxnSpPr>
        <p:spPr>
          <a:xfrm flipV="1">
            <a:off x="6096000" y="3150737"/>
            <a:ext cx="2039" cy="182634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DE51D8FC-569D-D42F-2350-45380FD2EB44}"/>
              </a:ext>
            </a:extLst>
          </p:cNvPr>
          <p:cNvSpPr txBox="1"/>
          <p:nvPr/>
        </p:nvSpPr>
        <p:spPr>
          <a:xfrm>
            <a:off x="10801225" y="3543801"/>
            <a:ext cx="1067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Cyber Exercise Green Team Member 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0D750FE-7C84-D40C-02F1-D0BBD5ECC053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10576101" y="3193610"/>
            <a:ext cx="1" cy="38420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621EC4B-A550-D1C2-0E89-23DCBAB63B86}"/>
              </a:ext>
            </a:extLst>
          </p:cNvPr>
          <p:cNvCxnSpPr>
            <a:cxnSpLocks/>
          </p:cNvCxnSpPr>
          <p:nvPr/>
        </p:nvCxnSpPr>
        <p:spPr>
          <a:xfrm>
            <a:off x="10589645" y="4221445"/>
            <a:ext cx="0" cy="52295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69" name="Picture 168">
            <a:extLst>
              <a:ext uri="{FF2B5EF4-FFF2-40B4-BE49-F238E27FC236}">
                <a16:creationId xmlns:a16="http://schemas.microsoft.com/office/drawing/2014/main" id="{A7BEB8DB-081B-25B2-9FA7-338AD87F32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4208" y="5023754"/>
            <a:ext cx="1045210" cy="7246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F435AD4B-D805-E9E0-2905-8C8DE57B2E50}"/>
              </a:ext>
            </a:extLst>
          </p:cNvPr>
          <p:cNvSpPr txBox="1"/>
          <p:nvPr/>
        </p:nvSpPr>
        <p:spPr>
          <a:xfrm>
            <a:off x="3867646" y="5812010"/>
            <a:ext cx="13067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b="1" dirty="0"/>
              <a:t>Local Repo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480D9E7-F787-26BA-E05C-6DA1BED0C2DE}"/>
              </a:ext>
            </a:extLst>
          </p:cNvPr>
          <p:cNvSpPr txBox="1"/>
          <p:nvPr/>
        </p:nvSpPr>
        <p:spPr>
          <a:xfrm>
            <a:off x="7612387" y="4788237"/>
            <a:ext cx="13067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b="1" dirty="0"/>
              <a:t>Cloud Repo</a:t>
            </a:r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1EA95AF5-E418-2297-D421-2AA01B6EBA7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49011" y="612530"/>
            <a:ext cx="1129906" cy="10517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80" name="Cross 179">
            <a:extLst>
              <a:ext uri="{FF2B5EF4-FFF2-40B4-BE49-F238E27FC236}">
                <a16:creationId xmlns:a16="http://schemas.microsoft.com/office/drawing/2014/main" id="{22AE4F12-1E9C-28B3-BEA0-2586D503986C}"/>
              </a:ext>
            </a:extLst>
          </p:cNvPr>
          <p:cNvSpPr/>
          <p:nvPr/>
        </p:nvSpPr>
        <p:spPr>
          <a:xfrm>
            <a:off x="9674836" y="905738"/>
            <a:ext cx="484632" cy="452225"/>
          </a:xfrm>
          <a:prstGeom prst="plus">
            <a:avLst>
              <a:gd name="adj" fmla="val 39154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32B7394B-D745-69F2-3D92-4A4738D4F5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31" y="570325"/>
            <a:ext cx="1258549" cy="1129721"/>
          </a:xfrm>
          <a:prstGeom prst="rect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79607656-F1D2-987F-3261-6E19EED2E338}"/>
              </a:ext>
            </a:extLst>
          </p:cNvPr>
          <p:cNvCxnSpPr>
            <a:cxnSpLocks/>
            <a:stCxn id="184" idx="1"/>
          </p:cNvCxnSpPr>
          <p:nvPr/>
        </p:nvCxnSpPr>
        <p:spPr>
          <a:xfrm flipH="1">
            <a:off x="801597" y="6254300"/>
            <a:ext cx="311718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1D218C9D-8959-B141-068E-AE6F57DC56D0}"/>
              </a:ext>
            </a:extLst>
          </p:cNvPr>
          <p:cNvSpPr txBox="1"/>
          <p:nvPr/>
        </p:nvSpPr>
        <p:spPr>
          <a:xfrm>
            <a:off x="1113315" y="6023467"/>
            <a:ext cx="228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solidFill>
                  <a:schemeClr val="accent2">
                    <a:lumMod val="75000"/>
                  </a:schemeClr>
                </a:solidFill>
              </a:rPr>
              <a:t>OpenClaw’s Auto action (HTTP request, SSH, SCP)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DA3ECBD-EDC0-FA4B-22F9-94CB79DAB916}"/>
              </a:ext>
            </a:extLst>
          </p:cNvPr>
          <p:cNvSpPr txBox="1"/>
          <p:nvPr/>
        </p:nvSpPr>
        <p:spPr>
          <a:xfrm>
            <a:off x="3685581" y="3891379"/>
            <a:ext cx="17920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2">
                    <a:lumMod val="50000"/>
                  </a:schemeClr>
                </a:solidFill>
              </a:rPr>
              <a:t>Cyber Exercise Environment Internal Network Link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CA31805D-ECC9-71BB-1E38-536B81DB5B3C}"/>
              </a:ext>
            </a:extLst>
          </p:cNvPr>
          <p:cNvCxnSpPr/>
          <p:nvPr/>
        </p:nvCxnSpPr>
        <p:spPr>
          <a:xfrm>
            <a:off x="6384358" y="3150737"/>
            <a:ext cx="0" cy="5237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08B55AC7-8F8D-4EA6-44B3-A9F070566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625" y="4696649"/>
            <a:ext cx="331558" cy="325182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74740715-292E-4A86-917B-E3609170B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927" y="2794376"/>
            <a:ext cx="331558" cy="325182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BBF73824-2842-AE36-A024-27BF5A8A2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436" y="3031599"/>
            <a:ext cx="331558" cy="325182"/>
          </a:xfrm>
          <a:prstGeom prst="rect">
            <a:avLst/>
          </a:prstGeom>
        </p:spPr>
      </p:pic>
      <p:sp>
        <p:nvSpPr>
          <p:cNvPr id="199" name="Cylinder 198">
            <a:extLst>
              <a:ext uri="{FF2B5EF4-FFF2-40B4-BE49-F238E27FC236}">
                <a16:creationId xmlns:a16="http://schemas.microsoft.com/office/drawing/2014/main" id="{BFE82757-59DA-49D2-D268-942322B943B4}"/>
              </a:ext>
            </a:extLst>
          </p:cNvPr>
          <p:cNvSpPr/>
          <p:nvPr/>
        </p:nvSpPr>
        <p:spPr>
          <a:xfrm>
            <a:off x="3949290" y="2033148"/>
            <a:ext cx="712942" cy="62197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CUE DB</a:t>
            </a: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451A981-A7A0-8753-9C65-BCE1FA503AEE}"/>
              </a:ext>
            </a:extLst>
          </p:cNvPr>
          <p:cNvCxnSpPr/>
          <p:nvPr/>
        </p:nvCxnSpPr>
        <p:spPr>
          <a:xfrm>
            <a:off x="4314605" y="2644336"/>
            <a:ext cx="0" cy="5237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80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125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8</cp:revision>
  <dcterms:created xsi:type="dcterms:W3CDTF">2026-07-17T02:35:29Z</dcterms:created>
  <dcterms:modified xsi:type="dcterms:W3CDTF">2026-07-17T03:18:26Z</dcterms:modified>
</cp:coreProperties>
</file>